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san Tetik" initials="HT" lastIdx="1" clrIdx="0">
    <p:extLst>
      <p:ext uri="{19B8F6BF-5375-455C-9EA6-DF929625EA0E}">
        <p15:presenceInfo xmlns:p15="http://schemas.microsoft.com/office/powerpoint/2012/main" userId="4da28261e539a9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4110C9-732B-4CB4-84A5-0B9969F0B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572AF11-19FC-4557-AAF6-CC86782A0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625BAFE-D65F-4BFF-B839-EEE94D7D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A6B5E8-A98F-4277-AF59-483213C5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0FE240-013C-4D7A-8784-12B2B468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29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0DA8DE-8730-48A1-8F59-CCE5D357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01B604-334B-4148-8676-22D553A9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1DF4A3-A8DB-43C1-933C-7FE70915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CC74525-618A-456C-87F2-FDF8CEE2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D6FDC5E-DA6C-4233-8DBD-D235049D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800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CD5A42-3591-4F2A-835E-41941C1C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0064C68-4503-4574-8343-353C2297B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9AC786-DB84-4A90-8791-E310C1C6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A4F9AC4-30F6-4F75-8894-D2A260FB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37DD106-3285-4A5B-971B-7E25CF43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271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830387-C954-41A0-A0FB-323CECC2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AD3CF9-E858-49E0-AE48-DDB577D88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E34932C-9483-4E51-B073-EC9D60435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FEF42EE-01FE-4CF5-ABE7-C18A947F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D9BC777-1CAA-46D5-85FB-26B9C7C6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0537350-E265-44C0-B584-38026168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106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CC2786-BF4B-4A95-A1C6-E99AFF60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EC34A7F-50A3-4232-A4C0-C2959FC35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51B3DA0-E638-4CF2-9347-3740F51A8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15EF322-0FD7-4154-A52B-7294FADD7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A1F470C-9D4A-466D-AB60-572F8D201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A00AF0A-1741-41F9-91A1-611E1961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75FEC41-C18E-47FB-82AC-AB2E85B4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6CB15E0-E270-409F-B6C3-05739E3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86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B689C2-5940-452F-AD14-9D260347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F569E18-498E-47CD-BA29-7607A287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054A557-3B69-42EC-9298-541CF4BF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C204697-62D7-4019-898B-EC293A6D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901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E02CE29-D2C4-401C-A284-F5856E3F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A3E8CAD-99CA-494C-B496-C121D069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52A6E6A-E20E-4BA2-AE43-1DE3B1B3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27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785342-C7BF-47A9-BF5C-09034F77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EC2867E-977D-431C-B06D-10DC5AE2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C393CF0-2AFA-49CA-85DA-EEB316A35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C1870D0-451D-4121-B50A-46781322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6698D30-A28E-4FE9-849F-808F1302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6B3A24D-BDA3-417B-A00B-2D710E52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553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8C82BE-55C0-4E0A-821D-5FEE1CD6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5814CF3-A039-40F1-B342-7AB5451A6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3E5D3DA-5854-48E1-B65C-464DCA9E3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3832507-E188-44BE-BD43-C212D86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91C722F-E2B5-456C-BEED-9480589E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3B7314-0875-41FA-B6F8-31367A81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410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EB8E59-E394-4FCF-BF51-91A69B52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D386E7B-2641-4164-9ABA-5B5290EC8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DC24C70-16D2-49CB-87F8-B1F25CDF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18AFB57-10AC-4F40-9B7D-12F64F9FE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C65B44-78A7-4D6D-A72C-D5B0A0D9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0763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CA4253E-F2D9-4464-AF94-DA83FAE18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E54E95F-D50C-4832-A5D2-A3C9B7DD4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7691577-B816-43B1-B613-46541C0A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52490C5-1EB2-464B-8300-F3B8B9E7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985F13-08A9-422F-8A09-D25A3FB8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905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8CC8C77-CC4C-490F-9BA8-FE5C1C7D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3A8272-1609-42A1-8D92-F2904FD55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EE3CFE6-E8AF-47A0-8E64-1AC0ADF55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7693C-094C-4C88-8253-F48B7B5E7324}" type="datetimeFigureOut">
              <a:rPr lang="tr-TR" smtClean="0"/>
              <a:t>22.03.2025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0FD54C8-F07D-4607-844F-56D7B47AF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52AACEC-A1C6-423A-9ED1-41F061A4A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6EAD-DA7E-49AB-B3A7-B3AE4DB107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12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B3B94D-D62A-45D0-893A-981B91C90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0630"/>
            <a:ext cx="9144000" cy="2387600"/>
          </a:xfrm>
        </p:spPr>
        <p:txBody>
          <a:bodyPr/>
          <a:lstStyle/>
          <a:p>
            <a:r>
              <a:rPr lang="tr-TR" dirty="0"/>
              <a:t>Bir Çocuğun İstanbul Hatıraları 1901-1913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8E738D9-72B7-4DC7-BADF-2641C07B6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243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tr-TR" dirty="0"/>
              <a:t>-2022279062 Hasan Talha Tetik</a:t>
            </a:r>
          </a:p>
          <a:p>
            <a:endParaRPr lang="tr-TR" dirty="0"/>
          </a:p>
          <a:p>
            <a:r>
              <a:rPr lang="tr-TR" dirty="0"/>
              <a:t>-2022279020 Ozan Aytekin</a:t>
            </a:r>
          </a:p>
          <a:p>
            <a:endParaRPr lang="tr-TR" dirty="0"/>
          </a:p>
          <a:p>
            <a:r>
              <a:rPr lang="tr-TR" dirty="0"/>
              <a:t>-2022279072 Volkan Yıldırım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0534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AB8985E-71F8-4B02-AB48-5B7F33723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010" y="610141"/>
            <a:ext cx="7485979" cy="563771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5F31044-1200-4159-84AA-37A3691D4C55}"/>
              </a:ext>
            </a:extLst>
          </p:cNvPr>
          <p:cNvSpPr txBox="1"/>
          <p:nvPr/>
        </p:nvSpPr>
        <p:spPr>
          <a:xfrm>
            <a:off x="3098799" y="293971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Hristo Brızitsov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F99316B1-6DD2-4BC8-BEAE-F81EFEB1E86C}"/>
              </a:ext>
            </a:extLst>
          </p:cNvPr>
          <p:cNvSpPr txBox="1"/>
          <p:nvPr/>
        </p:nvSpPr>
        <p:spPr>
          <a:xfrm>
            <a:off x="6516188" y="240809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</a:t>
            </a:r>
            <a:r>
              <a:rPr lang="it-IT" dirty="0"/>
              <a:t>blası Maria</a:t>
            </a:r>
            <a:r>
              <a:rPr lang="tr-TR" dirty="0"/>
              <a:t> </a:t>
            </a:r>
            <a:r>
              <a:rPr lang="it-IT" dirty="0"/>
              <a:t>ve</a:t>
            </a:r>
            <a:r>
              <a:rPr lang="tr-TR" dirty="0"/>
              <a:t> A</a:t>
            </a:r>
            <a:r>
              <a:rPr lang="it-IT" dirty="0"/>
              <a:t>nnesi Sia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941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E33EBD11-FE6C-45F0-A1FC-3853C6567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80" y="0"/>
            <a:ext cx="5429239" cy="68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6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D4D8A84-2A9F-4C85-B53C-BE7F4E51D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11" y="387065"/>
            <a:ext cx="9040577" cy="635552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1035101-0FEC-4388-89E9-0D871D4A8892}"/>
              </a:ext>
            </a:extLst>
          </p:cNvPr>
          <p:cNvSpPr txBox="1"/>
          <p:nvPr/>
        </p:nvSpPr>
        <p:spPr>
          <a:xfrm>
            <a:off x="2937932" y="115410"/>
            <a:ext cx="6316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İran Şahı </a:t>
            </a:r>
            <a:r>
              <a:rPr lang="tr-TR" sz="1200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Muzaffereddin'in</a:t>
            </a:r>
            <a:r>
              <a:rPr lang="tr-TR" sz="12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1318/1900 'de İstanbul'u ziyareti (Ortaköy İskelesi)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4159720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D48EC83-A2E6-4010-91D4-72FB14D68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70" y="1000957"/>
            <a:ext cx="3250863" cy="5621089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BEF44D35-7039-4514-B4F3-4EB4BDD80169}"/>
              </a:ext>
            </a:extLst>
          </p:cNvPr>
          <p:cNvSpPr txBox="1"/>
          <p:nvPr/>
        </p:nvSpPr>
        <p:spPr>
          <a:xfrm>
            <a:off x="4686123" y="589800"/>
            <a:ext cx="3293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b="1" i="0" dirty="0">
                <a:effectLst/>
                <a:latin typeface="Montserrat-ExtraBold"/>
              </a:rPr>
              <a:t>Bulgar Eksarhlığı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4C4441D-FEE2-427F-B2F0-3E422729D05D}"/>
              </a:ext>
            </a:extLst>
          </p:cNvPr>
          <p:cNvSpPr txBox="1"/>
          <p:nvPr/>
        </p:nvSpPr>
        <p:spPr>
          <a:xfrm>
            <a:off x="0" y="589799"/>
            <a:ext cx="419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i="0" dirty="0">
                <a:effectLst/>
                <a:latin typeface="Open Sans" panose="020B0606030504020204" pitchFamily="34" charset="0"/>
              </a:rPr>
              <a:t>Bulgar Eksarhlığı'nın kurulması için Padişah Fermanı</a:t>
            </a:r>
            <a:endParaRPr lang="tr-TR" sz="1200" b="1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6BCD6332-5D47-4227-9968-CAF77A09B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145" y="1963747"/>
            <a:ext cx="2847766" cy="3695511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2EF271F5-868E-41FB-97B2-760F345EEB39}"/>
              </a:ext>
            </a:extLst>
          </p:cNvPr>
          <p:cNvSpPr txBox="1"/>
          <p:nvPr/>
        </p:nvSpPr>
        <p:spPr>
          <a:xfrm>
            <a:off x="9402428" y="589800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Bulgar eksarhı Yosif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1D07D0E0-5073-4708-B15C-6716813EB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589" y="1761584"/>
            <a:ext cx="5112531" cy="40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4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84833DE-3D82-48FF-AFE9-AD24005EC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54" y="1701799"/>
            <a:ext cx="4853526" cy="372586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4AAD33C-7DE6-4A73-8AC1-34479584D0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7" t="543" r="21233"/>
          <a:stretch/>
        </p:blipFill>
        <p:spPr>
          <a:xfrm>
            <a:off x="6908800" y="1236396"/>
            <a:ext cx="4853526" cy="465666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BACDAA4-BB73-40D2-A016-F72EF224F6DE}"/>
              </a:ext>
            </a:extLst>
          </p:cNvPr>
          <p:cNvSpPr txBox="1"/>
          <p:nvPr/>
        </p:nvSpPr>
        <p:spPr>
          <a:xfrm>
            <a:off x="8024292" y="688739"/>
            <a:ext cx="2622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0" i="0" dirty="0">
                <a:effectLst/>
                <a:latin typeface="arial" panose="020B0604020202020204" pitchFamily="34" charset="0"/>
              </a:rPr>
              <a:t>Passage Petit-Champs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12778DA-56FA-47DD-B368-FCC0AD86805E}"/>
              </a:ext>
            </a:extLst>
          </p:cNvPr>
          <p:cNvSpPr txBox="1"/>
          <p:nvPr/>
        </p:nvSpPr>
        <p:spPr>
          <a:xfrm>
            <a:off x="1526650" y="688739"/>
            <a:ext cx="34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Kumbaracı Yokuşu Beyoğlu</a:t>
            </a:r>
          </a:p>
        </p:txBody>
      </p:sp>
    </p:spTree>
    <p:extLst>
      <p:ext uri="{BB962C8B-B14F-4D97-AF65-F5344CB8AC3E}">
        <p14:creationId xmlns:p14="http://schemas.microsoft.com/office/powerpoint/2010/main" val="237632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44BE3BC-C671-4EE0-AC93-D680FD4176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5" t="19340" r="18194" b="12178"/>
          <a:stretch/>
        </p:blipFill>
        <p:spPr>
          <a:xfrm>
            <a:off x="1032932" y="1761067"/>
            <a:ext cx="5063068" cy="4303607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FBE86F6-AC32-4E23-A480-D1904454E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287" y="1387978"/>
            <a:ext cx="3395980" cy="5049784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4D36AD0E-578D-40A4-A136-3DAE8A92FE04}"/>
              </a:ext>
            </a:extLst>
          </p:cNvPr>
          <p:cNvSpPr txBox="1"/>
          <p:nvPr/>
        </p:nvSpPr>
        <p:spPr>
          <a:xfrm>
            <a:off x="1079498" y="1184084"/>
            <a:ext cx="496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Beykoz'da İmparatoriçe Eugenie için yapılan Seyir Köşkü</a:t>
            </a:r>
            <a:endParaRPr lang="tr-TR" sz="1200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02FFCF7-7DFF-4447-B38C-2A4ADEDC395B}"/>
              </a:ext>
            </a:extLst>
          </p:cNvPr>
          <p:cNvSpPr txBox="1"/>
          <p:nvPr/>
        </p:nvSpPr>
        <p:spPr>
          <a:xfrm>
            <a:off x="7298267" y="743466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İmparatoriçe Eugenie</a:t>
            </a:r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63B88CF-2B43-4C21-B81F-AF149CDAD50E}"/>
              </a:ext>
            </a:extLst>
          </p:cNvPr>
          <p:cNvSpPr txBox="1"/>
          <p:nvPr/>
        </p:nvSpPr>
        <p:spPr>
          <a:xfrm>
            <a:off x="3238922" y="6068430"/>
            <a:ext cx="65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1869</a:t>
            </a:r>
          </a:p>
        </p:txBody>
      </p:sp>
    </p:spTree>
    <p:extLst>
      <p:ext uri="{BB962C8B-B14F-4D97-AF65-F5344CB8AC3E}">
        <p14:creationId xmlns:p14="http://schemas.microsoft.com/office/powerpoint/2010/main" val="1034287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80F499D-EB91-434B-BDB7-22637212C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726417"/>
            <a:ext cx="3818466" cy="5913168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BEDFBA48-6964-44B5-95A7-41350EDCFF29}"/>
              </a:ext>
            </a:extLst>
          </p:cNvPr>
          <p:cNvSpPr txBox="1"/>
          <p:nvPr/>
        </p:nvSpPr>
        <p:spPr>
          <a:xfrm>
            <a:off x="2180166" y="213151"/>
            <a:ext cx="138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0" i="0" dirty="0">
                <a:solidFill>
                  <a:srgbClr val="222222"/>
                </a:solidFill>
                <a:effectLst/>
                <a:latin typeface="BentonSans"/>
              </a:rPr>
              <a:t>Rumeli Han</a:t>
            </a:r>
            <a:endParaRPr lang="tr-TR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695B75BC-2233-4234-BBB0-32F4EA156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133" y="1232178"/>
            <a:ext cx="3202669" cy="4393643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125D2B5B-75FE-4093-A619-F2FC13735C77}"/>
              </a:ext>
            </a:extLst>
          </p:cNvPr>
          <p:cNvSpPr txBox="1"/>
          <p:nvPr/>
        </p:nvSpPr>
        <p:spPr>
          <a:xfrm>
            <a:off x="5894333" y="213151"/>
            <a:ext cx="2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Çocuk Dünyası Dergisi</a:t>
            </a: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815FD63F-82E9-4E70-8DAC-D2FBACEB1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275" y="1232178"/>
            <a:ext cx="3000018" cy="4393643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28405D99-43C5-47C2-BA1E-11EE8712431C}"/>
              </a:ext>
            </a:extLst>
          </p:cNvPr>
          <p:cNvSpPr txBox="1"/>
          <p:nvPr/>
        </p:nvSpPr>
        <p:spPr>
          <a:xfrm>
            <a:off x="9597750" y="213151"/>
            <a:ext cx="267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Karagöz Gazetesi</a:t>
            </a:r>
          </a:p>
        </p:txBody>
      </p:sp>
    </p:spTree>
    <p:extLst>
      <p:ext uri="{BB962C8B-B14F-4D97-AF65-F5344CB8AC3E}">
        <p14:creationId xmlns:p14="http://schemas.microsoft.com/office/powerpoint/2010/main" val="247526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71</Words>
  <Application>Microsoft Office PowerPoint</Application>
  <PresentationFormat>Geniş ekran</PresentationFormat>
  <Paragraphs>20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7" baseType="lpstr">
      <vt:lpstr>arial</vt:lpstr>
      <vt:lpstr>arial</vt:lpstr>
      <vt:lpstr>BentonSans</vt:lpstr>
      <vt:lpstr>Calibri</vt:lpstr>
      <vt:lpstr>Calibri Light</vt:lpstr>
      <vt:lpstr>Montserrat-ExtraBold</vt:lpstr>
      <vt:lpstr>Open Sans</vt:lpstr>
      <vt:lpstr>Verdana</vt:lpstr>
      <vt:lpstr>Office Teması</vt:lpstr>
      <vt:lpstr>Bir Çocuğun İstanbul Hatıraları 1901-1913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 Çocuğun İstanbul Hatıraları 1901-1913</dc:title>
  <dc:creator>Hasan Tetik</dc:creator>
  <cp:lastModifiedBy>Hasan Tetik</cp:lastModifiedBy>
  <cp:revision>20</cp:revision>
  <dcterms:created xsi:type="dcterms:W3CDTF">2024-04-29T19:13:53Z</dcterms:created>
  <dcterms:modified xsi:type="dcterms:W3CDTF">2025-03-22T07:53:12Z</dcterms:modified>
</cp:coreProperties>
</file>